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2AFB0-CB3F-4032-ABC7-F696D59FE381}" type="datetimeFigureOut">
              <a:rPr lang="en-US" smtClean="0"/>
              <a:t>01-Sep-26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03A69-4DCB-436D-99ED-0A974122C5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287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2AFB0-CB3F-4032-ABC7-F696D59FE381}" type="datetimeFigureOut">
              <a:rPr lang="en-US" smtClean="0"/>
              <a:t>01-Sep-26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03A69-4DCB-436D-99ED-0A974122C5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378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2AFB0-CB3F-4032-ABC7-F696D59FE381}" type="datetimeFigureOut">
              <a:rPr lang="en-US" smtClean="0"/>
              <a:t>01-Sep-26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03A69-4DCB-436D-99ED-0A974122C5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7358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2AFB0-CB3F-4032-ABC7-F696D59FE381}" type="datetimeFigureOut">
              <a:rPr lang="en-US" smtClean="0"/>
              <a:t>01-Sep-26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03A69-4DCB-436D-99ED-0A974122C5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273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2AFB0-CB3F-4032-ABC7-F696D59FE381}" type="datetimeFigureOut">
              <a:rPr lang="en-US" smtClean="0"/>
              <a:t>01-Sep-26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03A69-4DCB-436D-99ED-0A974122C5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8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2AFB0-CB3F-4032-ABC7-F696D59FE381}" type="datetimeFigureOut">
              <a:rPr lang="en-US" smtClean="0"/>
              <a:t>01-Sep-26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03A69-4DCB-436D-99ED-0A974122C5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138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2AFB0-CB3F-4032-ABC7-F696D59FE381}" type="datetimeFigureOut">
              <a:rPr lang="en-US" smtClean="0"/>
              <a:t>01-Sep-26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03A69-4DCB-436D-99ED-0A974122C5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3320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2AFB0-CB3F-4032-ABC7-F696D59FE381}" type="datetimeFigureOut">
              <a:rPr lang="en-US" smtClean="0"/>
              <a:t>01-Sep-26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03A69-4DCB-436D-99ED-0A974122C5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683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2AFB0-CB3F-4032-ABC7-F696D59FE381}" type="datetimeFigureOut">
              <a:rPr lang="en-US" smtClean="0"/>
              <a:t>01-Sep-26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03A69-4DCB-436D-99ED-0A974122C5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4466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2AFB0-CB3F-4032-ABC7-F696D59FE381}" type="datetimeFigureOut">
              <a:rPr lang="en-US" smtClean="0"/>
              <a:t>01-Sep-26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03A69-4DCB-436D-99ED-0A974122C5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770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2AFB0-CB3F-4032-ABC7-F696D59FE381}" type="datetimeFigureOut">
              <a:rPr lang="en-US" smtClean="0"/>
              <a:t>01-Sep-26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03A69-4DCB-436D-99ED-0A974122C59E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784259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2AFB0-CB3F-4032-ABC7-F696D59FE381}" type="datetimeFigureOut">
              <a:rPr lang="en-US" smtClean="0"/>
              <a:t>01-Sep-26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03A69-4DCB-436D-99ED-0A974122C5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318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2AFB0-CB3F-4032-ABC7-F696D59FE381}" type="datetimeFigureOut">
              <a:rPr lang="en-US" smtClean="0"/>
              <a:t>01-Sep-26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03A69-4DCB-436D-99ED-0A974122C59E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770474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2AFB0-CB3F-4032-ABC7-F696D59FE381}" type="datetimeFigureOut">
              <a:rPr lang="en-US" smtClean="0"/>
              <a:t>01-Sep-26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03A69-4DCB-436D-99ED-0A974122C5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6099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2AFB0-CB3F-4032-ABC7-F696D59FE381}" type="datetimeFigureOut">
              <a:rPr lang="en-US" smtClean="0"/>
              <a:t>01-Sep-26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03A69-4DCB-436D-99ED-0A974122C5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7998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2AFB0-CB3F-4032-ABC7-F696D59FE381}" type="datetimeFigureOut">
              <a:rPr lang="en-US" smtClean="0"/>
              <a:t>01-Sep-26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03A69-4DCB-436D-99ED-0A974122C5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323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C2AFB0-CB3F-4032-ABC7-F696D59FE381}" type="datetimeFigureOut">
              <a:rPr lang="en-US" smtClean="0"/>
              <a:t>01-Sep-26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8D003A69-4DCB-436D-99ED-0A974122C5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203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F860C7C-D126-47B2-8E4E-38B2B7B71BBF}"/>
              </a:ext>
            </a:extLst>
          </p:cNvPr>
          <p:cNvSpPr/>
          <p:nvPr/>
        </p:nvSpPr>
        <p:spPr>
          <a:xfrm>
            <a:off x="653043" y="3621282"/>
            <a:ext cx="9090950" cy="1754326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5400" b="1" cap="none" spc="0" dirty="0" err="1">
                <a:ln/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Siz</a:t>
            </a:r>
            <a:r>
              <a:rPr lang="en-US" sz="5400" b="1" cap="none" spc="0" dirty="0">
                <a:ln/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  1-chorakda I- </a:t>
            </a:r>
            <a:r>
              <a:rPr lang="en-US" sz="5400" b="1" cap="none" spc="0" dirty="0" err="1">
                <a:ln/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BOBda</a:t>
            </a:r>
            <a:r>
              <a:rPr lang="en-US" sz="5400" b="1" cap="none" spc="0" dirty="0">
                <a:ln/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5400" b="1" cap="none" spc="0" dirty="0" err="1">
                <a:ln/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quyidagilarni</a:t>
            </a:r>
            <a:endParaRPr lang="en-US" sz="5400" b="1" cap="none" spc="0" dirty="0">
              <a:ln/>
              <a:solidFill>
                <a:schemeClr val="accent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gency FB" panose="020B0503020202020204" pitchFamily="34" charset="0"/>
            </a:endParaRPr>
          </a:p>
          <a:p>
            <a:pPr algn="ctr"/>
            <a:r>
              <a:rPr lang="en-US" sz="5400" b="1" cap="none" spc="0" dirty="0">
                <a:ln/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  </a:t>
            </a:r>
            <a:r>
              <a:rPr lang="en-US" sz="5400" b="1" cap="none" spc="0" dirty="0" err="1">
                <a:ln/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o`rganasiz</a:t>
            </a:r>
            <a:r>
              <a:rPr lang="en-US" sz="5400" b="1" cap="none" spc="0" dirty="0">
                <a:ln/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…</a:t>
            </a:r>
            <a:endParaRPr lang="ru-RU" sz="5400" b="1" cap="none" spc="0" dirty="0">
              <a:ln/>
              <a:solidFill>
                <a:schemeClr val="accent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76DC7BDE-3A32-400E-BEF7-2B9C03F91F13}"/>
              </a:ext>
            </a:extLst>
          </p:cNvPr>
          <p:cNvSpPr/>
          <p:nvPr/>
        </p:nvSpPr>
        <p:spPr>
          <a:xfrm>
            <a:off x="852408" y="524515"/>
            <a:ext cx="8617056" cy="258532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Aziz </a:t>
            </a:r>
            <a:r>
              <a:rPr lang="en-US" sz="54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o`quvchilarim</a:t>
            </a:r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…!!! </a:t>
            </a:r>
          </a:p>
          <a:p>
            <a:pPr algn="ctr"/>
            <a:r>
              <a:rPr lang="en-US" sz="54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Siz</a:t>
            </a:r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 10-sinfda </a:t>
            </a:r>
            <a:r>
              <a:rPr lang="en-US" sz="54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bir</a:t>
            </a:r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54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nechata</a:t>
            </a:r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54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BOBlarni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gency FB" panose="020B0503020202020204" pitchFamily="34" charset="0"/>
            </a:endParaRPr>
          </a:p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  </a:t>
            </a:r>
            <a:r>
              <a:rPr lang="en-US" sz="54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o`rganasiz</a:t>
            </a:r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…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9404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EE43BF5-E15E-4560-B675-6FF8E9427541}"/>
              </a:ext>
            </a:extLst>
          </p:cNvPr>
          <p:cNvSpPr/>
          <p:nvPr/>
        </p:nvSpPr>
        <p:spPr>
          <a:xfrm>
            <a:off x="2116431" y="0"/>
            <a:ext cx="5293437" cy="92333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I-</a:t>
            </a:r>
            <a:r>
              <a:rPr lang="en-US" sz="5400" b="1" cap="none" spc="0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BOBning</a:t>
            </a:r>
            <a:r>
              <a:rPr lang="en-US" sz="5400" b="1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5400" b="1" cap="none" spc="0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nomlanishi</a:t>
            </a:r>
            <a:r>
              <a:rPr lang="en-US" sz="5400" b="1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:</a:t>
            </a:r>
            <a:endParaRPr lang="ru-RU" sz="5400" b="1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599EEE7-F61E-4568-9C4E-AA3293FD4272}"/>
              </a:ext>
            </a:extLst>
          </p:cNvPr>
          <p:cNvSpPr/>
          <p:nvPr/>
        </p:nvSpPr>
        <p:spPr>
          <a:xfrm>
            <a:off x="821410" y="870767"/>
            <a:ext cx="8710048" cy="295465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400" b="1" cap="none" spc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gency FB" panose="020B0503020202020204" pitchFamily="34" charset="0"/>
              </a:rPr>
              <a:t>M</a:t>
            </a:r>
            <a:r>
              <a:rPr lang="en-US" sz="44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gency FB" panose="020B0503020202020204" pitchFamily="34" charset="0"/>
              </a:rPr>
              <a:t>A`LUMOT,AXBOROT,BILIMLAR</a:t>
            </a:r>
          </a:p>
          <a:p>
            <a:pPr algn="ctr"/>
            <a:r>
              <a:rPr lang="en-US" sz="4400" b="1" cap="none" spc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gency FB" panose="020B0503020202020204" pitchFamily="34" charset="0"/>
              </a:rPr>
              <a:t>BAZASI VA MA`LUMOTNI QAYTA</a:t>
            </a:r>
          </a:p>
          <a:p>
            <a:pPr algn="ctr"/>
            <a:r>
              <a:rPr lang="en-US" sz="44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gency FB" panose="020B0503020202020204" pitchFamily="34" charset="0"/>
              </a:rPr>
              <a:t>ISHLASH</a:t>
            </a:r>
            <a:r>
              <a:rPr lang="en-US" sz="4400" b="1" cap="none" spc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gency FB" panose="020B0503020202020204" pitchFamily="34" charset="0"/>
              </a:rPr>
              <a:t> </a:t>
            </a:r>
          </a:p>
          <a:p>
            <a:pPr algn="ctr"/>
            <a:endParaRPr lang="ru-RU" sz="5400" b="1" cap="none" spc="0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04F0ED1-9362-4AFD-9D02-60761A436BAD}"/>
              </a:ext>
            </a:extLst>
          </p:cNvPr>
          <p:cNvSpPr/>
          <p:nvPr/>
        </p:nvSpPr>
        <p:spPr>
          <a:xfrm>
            <a:off x="1479909" y="2902092"/>
            <a:ext cx="7685117" cy="92333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Bu </a:t>
            </a:r>
            <a:r>
              <a:rPr lang="en-US" sz="5400" b="1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BOB</a:t>
            </a:r>
            <a:r>
              <a:rPr lang="en-US" sz="5400" b="1" cap="none" spc="0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da</a:t>
            </a:r>
            <a:r>
              <a:rPr lang="en-US" sz="5400" b="1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5400" b="1" cap="none" spc="0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nimalarni</a:t>
            </a:r>
            <a:r>
              <a:rPr lang="en-US" sz="5400" b="1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5400" b="1" cap="none" spc="0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o`rganasiz</a:t>
            </a:r>
            <a:r>
              <a:rPr lang="en-US" sz="5400" b="1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:</a:t>
            </a:r>
            <a:endParaRPr lang="ru-RU" sz="5400" b="1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9DD53F20-A613-4A09-B4C5-4AB4E8BC648E}"/>
              </a:ext>
            </a:extLst>
          </p:cNvPr>
          <p:cNvSpPr/>
          <p:nvPr/>
        </p:nvSpPr>
        <p:spPr>
          <a:xfrm>
            <a:off x="203126" y="4103599"/>
            <a:ext cx="12073180" cy="310854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60325" indent="119063" algn="just">
              <a:buFont typeface="+mj-lt"/>
              <a:buAutoNum type="arabicParenR"/>
            </a:pPr>
            <a:r>
              <a:rPr lang="en-US" sz="28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Ma`lumot,axborot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8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va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8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bilimlar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8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bazasi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8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o`rtasidagi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8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farqlarni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8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tushunasiz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</a:t>
            </a:r>
          </a:p>
          <a:p>
            <a:pPr marL="60325" indent="119063" algn="just">
              <a:buFont typeface="+mj-lt"/>
              <a:buAutoNum type="arabicParenR"/>
            </a:pPr>
            <a:r>
              <a:rPr lang="en-US" sz="28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Statik</a:t>
            </a:r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8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va</a:t>
            </a:r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8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dinamik</a:t>
            </a:r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8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ma`lumotlarni</a:t>
            </a:r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8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ta`riflash</a:t>
            </a:r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</a:t>
            </a:r>
          </a:p>
          <a:p>
            <a:pPr marL="60325" indent="119063" algn="just">
              <a:buFont typeface="+mj-lt"/>
              <a:buAutoNum type="arabicParenR"/>
            </a:pPr>
            <a:r>
              <a:rPr lang="en-US" sz="28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Statik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8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axborot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8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manbalarini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8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dinamik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8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axborot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8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manbalari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8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bilan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8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solishtirish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</a:t>
            </a:r>
          </a:p>
          <a:p>
            <a:pPr marL="60325" indent="119063" algn="just">
              <a:buFont typeface="+mj-lt"/>
              <a:buAutoNum type="arabicParenR"/>
            </a:pPr>
            <a:r>
              <a:rPr lang="en-US" sz="28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Bevosita</a:t>
            </a:r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8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va</a:t>
            </a:r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8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bilvosita</a:t>
            </a:r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8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ma`lumot</a:t>
            </a:r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8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manbalarini</a:t>
            </a:r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8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ta`riflash</a:t>
            </a:r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</a:t>
            </a:r>
          </a:p>
          <a:p>
            <a:pPr marL="60325" indent="119063" algn="just">
              <a:buFont typeface="+mj-lt"/>
              <a:buAutoNum type="arabicParenR"/>
            </a:pPr>
            <a:r>
              <a:rPr lang="en-US" sz="28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Aniqlik,ishonchlilik,dolzarblik,muddat,tafsilot</a:t>
            </a:r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8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darajasi</a:t>
            </a:r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8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va</a:t>
            </a:r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8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axborotning</a:t>
            </a:r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8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to`liqligi</a:t>
            </a:r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8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uning</a:t>
            </a:r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8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sifatiga</a:t>
            </a:r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8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qanday</a:t>
            </a:r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8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ta`sir</a:t>
            </a:r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8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ko`rsatishini</a:t>
            </a:r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8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tushunish</a:t>
            </a:r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</a:t>
            </a:r>
          </a:p>
          <a:p>
            <a:pPr marL="60325" indent="119063" algn="just">
              <a:buFont typeface="+mj-lt"/>
              <a:buAutoNum type="arabicParenR"/>
            </a:pPr>
            <a:endParaRPr lang="en-US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827B018-DD36-4E0E-80B5-ECBB08ACEEC5}"/>
              </a:ext>
            </a:extLst>
          </p:cNvPr>
          <p:cNvSpPr/>
          <p:nvPr/>
        </p:nvSpPr>
        <p:spPr>
          <a:xfrm>
            <a:off x="325215" y="3825422"/>
            <a:ext cx="11663659" cy="397031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marL="514350" indent="-514350" algn="just">
              <a:buFont typeface="+mj-lt"/>
              <a:buAutoNum type="arabicParenR" startAt="6"/>
            </a:pPr>
            <a:r>
              <a:rPr lang="en-US" sz="28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Ma`lumotlar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8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kodini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8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tavsiflash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8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va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8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uni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8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afzallik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8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hamda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8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kamchiliklarini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8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muhakoma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8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qila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8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olish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</a:t>
            </a:r>
          </a:p>
          <a:p>
            <a:pPr marL="514350" indent="-514350" algn="just">
              <a:buFont typeface="+mj-lt"/>
              <a:buAutoNum type="arabicParenR" startAt="6"/>
            </a:pPr>
            <a:r>
              <a:rPr lang="en-US" sz="28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Ma`lumotlarni</a:t>
            </a:r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8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kodlash</a:t>
            </a:r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8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zaruriyatini</a:t>
            </a:r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8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baholash</a:t>
            </a:r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8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hamda</a:t>
            </a:r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8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ma`lumotlarni</a:t>
            </a:r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8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kodlashning</a:t>
            </a:r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8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turli</a:t>
            </a:r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8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usullarini</a:t>
            </a:r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8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tahlil</a:t>
            </a:r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8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qilish</a:t>
            </a:r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</a:t>
            </a:r>
          </a:p>
          <a:p>
            <a:pPr marL="514350" indent="-514350" algn="just">
              <a:buFont typeface="+mj-lt"/>
              <a:buAutoNum type="arabicParenR" startAt="6"/>
            </a:pPr>
            <a:r>
              <a:rPr lang="en-US" sz="28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Shifrlashni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8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ta`riflash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8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va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8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turli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8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shifrlash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8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usullarini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8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sharhlash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</a:t>
            </a:r>
          </a:p>
          <a:p>
            <a:pPr marL="514350" indent="-514350" algn="just">
              <a:buFont typeface="+mj-lt"/>
              <a:buAutoNum type="arabicParenR" startAt="6"/>
            </a:pPr>
            <a:r>
              <a:rPr lang="en-US" sz="28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Shifrlash</a:t>
            </a:r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8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zaruriyati</a:t>
            </a:r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8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va</a:t>
            </a:r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8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uning</a:t>
            </a:r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8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ma`lumotlarni</a:t>
            </a:r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8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himoya</a:t>
            </a:r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8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qilishdagi</a:t>
            </a:r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8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o`rnini</a:t>
            </a:r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8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baholash</a:t>
            </a:r>
            <a:endParaRPr lang="en-US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514350" indent="-514350" algn="just">
              <a:buFont typeface="+mj-lt"/>
              <a:buAutoNum type="arabicParenR" startAt="6"/>
            </a:pPr>
            <a:endParaRPr lang="en-US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just"/>
            <a:endParaRPr lang="ru-RU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4AC161CA-D1E7-41E6-A25A-520A0E755DE7}"/>
              </a:ext>
            </a:extLst>
          </p:cNvPr>
          <p:cNvSpPr/>
          <p:nvPr/>
        </p:nvSpPr>
        <p:spPr>
          <a:xfrm>
            <a:off x="325215" y="3680144"/>
            <a:ext cx="11541570" cy="2554545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91440" tIns="45720" rIns="91440" bIns="45720">
            <a:spAutoFit/>
          </a:bodyPr>
          <a:lstStyle/>
          <a:p>
            <a:pPr marL="742950" indent="-742950" algn="just">
              <a:buFont typeface="+mj-lt"/>
              <a:buAutoNum type="arabicParenR" startAt="10"/>
            </a:pPr>
            <a:r>
              <a:rPr lang="en-US" sz="3200" b="0" cap="none" spc="0" dirty="0" err="1">
                <a:ln w="0"/>
                <a:solidFill>
                  <a:schemeClr val="accent3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Shifrlash</a:t>
            </a:r>
            <a:r>
              <a:rPr lang="en-US" sz="3200" b="0" cap="none" spc="0" dirty="0">
                <a:ln w="0"/>
                <a:solidFill>
                  <a:schemeClr val="accent3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3200" b="0" cap="none" spc="0" dirty="0" err="1">
                <a:ln w="0"/>
                <a:solidFill>
                  <a:schemeClr val="accent3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protokollrini</a:t>
            </a:r>
            <a:r>
              <a:rPr lang="en-US" sz="3200" b="0" cap="none" spc="0" dirty="0">
                <a:ln w="0"/>
                <a:solidFill>
                  <a:schemeClr val="accent3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3200" b="0" cap="none" spc="0" dirty="0" err="1">
                <a:ln w="0"/>
                <a:solidFill>
                  <a:schemeClr val="accent3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muhokama</a:t>
            </a:r>
            <a:r>
              <a:rPr lang="en-US" sz="3200" b="0" cap="none" spc="0" dirty="0">
                <a:ln w="0"/>
                <a:solidFill>
                  <a:schemeClr val="accent3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3200" b="0" cap="none" spc="0" dirty="0" err="1">
                <a:ln w="0"/>
                <a:solidFill>
                  <a:schemeClr val="accent3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qilish</a:t>
            </a:r>
            <a:r>
              <a:rPr lang="en-US" sz="3200" b="0" cap="none" spc="0" dirty="0">
                <a:ln w="0"/>
                <a:solidFill>
                  <a:schemeClr val="accent3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.</a:t>
            </a:r>
          </a:p>
          <a:p>
            <a:pPr marL="742950" indent="-742950" algn="just">
              <a:buFont typeface="+mj-lt"/>
              <a:buAutoNum type="arabicParenR" startAt="10"/>
            </a:pPr>
            <a:r>
              <a:rPr lang="en-US" sz="3200" dirty="0" err="1">
                <a:ln w="0"/>
                <a:solidFill>
                  <a:schemeClr val="accent3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Validatsiya</a:t>
            </a:r>
            <a:r>
              <a:rPr lang="en-US" sz="3200" dirty="0">
                <a:ln w="0"/>
                <a:solidFill>
                  <a:schemeClr val="accent3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3200" dirty="0" err="1">
                <a:ln w="0"/>
                <a:solidFill>
                  <a:schemeClr val="accent3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nimaligini</a:t>
            </a:r>
            <a:r>
              <a:rPr lang="en-US" sz="3200" dirty="0">
                <a:ln w="0"/>
                <a:solidFill>
                  <a:schemeClr val="accent3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3200" dirty="0" err="1">
                <a:ln w="0"/>
                <a:solidFill>
                  <a:schemeClr val="accent3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tushunish</a:t>
            </a:r>
            <a:r>
              <a:rPr lang="en-US" sz="3200" dirty="0">
                <a:ln w="0"/>
                <a:solidFill>
                  <a:schemeClr val="accent3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3200" dirty="0" err="1">
                <a:ln w="0"/>
                <a:solidFill>
                  <a:schemeClr val="accent3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va</a:t>
            </a:r>
            <a:r>
              <a:rPr lang="en-US" sz="3200" dirty="0">
                <a:ln w="0"/>
                <a:solidFill>
                  <a:schemeClr val="accent3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3200" dirty="0" err="1">
                <a:ln w="0"/>
                <a:solidFill>
                  <a:schemeClr val="accent3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turli</a:t>
            </a:r>
            <a:r>
              <a:rPr lang="en-US" sz="3200" dirty="0">
                <a:ln w="0"/>
                <a:solidFill>
                  <a:schemeClr val="accent3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3200" dirty="0" err="1">
                <a:ln w="0"/>
                <a:solidFill>
                  <a:schemeClr val="accent3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validatsiya</a:t>
            </a:r>
            <a:r>
              <a:rPr lang="en-US" sz="3200" dirty="0">
                <a:ln w="0"/>
                <a:solidFill>
                  <a:schemeClr val="accent3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3200" dirty="0" err="1">
                <a:ln w="0"/>
                <a:solidFill>
                  <a:schemeClr val="accent3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usullarini</a:t>
            </a:r>
            <a:r>
              <a:rPr lang="en-US" sz="3200" dirty="0">
                <a:ln w="0"/>
                <a:solidFill>
                  <a:schemeClr val="accent3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3200" dirty="0" err="1">
                <a:ln w="0"/>
                <a:solidFill>
                  <a:schemeClr val="accent3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tahlil</a:t>
            </a:r>
            <a:r>
              <a:rPr lang="en-US" sz="3200" dirty="0">
                <a:ln w="0"/>
                <a:solidFill>
                  <a:schemeClr val="accent3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3200" dirty="0" err="1">
                <a:ln w="0"/>
                <a:solidFill>
                  <a:schemeClr val="accent3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qilish</a:t>
            </a:r>
            <a:r>
              <a:rPr lang="en-US" sz="3200" dirty="0">
                <a:ln w="0"/>
                <a:solidFill>
                  <a:schemeClr val="accent3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.</a:t>
            </a:r>
          </a:p>
          <a:p>
            <a:pPr marL="742950" indent="-742950" algn="just">
              <a:buFont typeface="+mj-lt"/>
              <a:buAutoNum type="arabicParenR" startAt="10"/>
            </a:pPr>
            <a:r>
              <a:rPr lang="en-US" sz="3200" b="0" cap="none" spc="0" dirty="0" err="1">
                <a:ln w="0"/>
                <a:solidFill>
                  <a:schemeClr val="accent3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Verifikatsiya</a:t>
            </a:r>
            <a:r>
              <a:rPr lang="en-US" sz="3200" b="0" cap="none" spc="0" dirty="0">
                <a:ln w="0"/>
                <a:solidFill>
                  <a:schemeClr val="accent3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3200" b="0" cap="none" spc="0" dirty="0" err="1">
                <a:ln w="0"/>
                <a:solidFill>
                  <a:schemeClr val="accent3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nimaligini</a:t>
            </a:r>
            <a:r>
              <a:rPr lang="en-US" sz="3200" b="0" cap="none" spc="0" dirty="0">
                <a:ln w="0"/>
                <a:solidFill>
                  <a:schemeClr val="accent3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3200" b="0" cap="none" spc="0" dirty="0" err="1">
                <a:ln w="0"/>
                <a:solidFill>
                  <a:schemeClr val="accent3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tushunish</a:t>
            </a:r>
            <a:r>
              <a:rPr lang="en-US" sz="3200" b="0" cap="none" spc="0" dirty="0">
                <a:ln w="0"/>
                <a:solidFill>
                  <a:schemeClr val="accent3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3200" b="0" cap="none" spc="0" dirty="0" err="1">
                <a:ln w="0"/>
                <a:solidFill>
                  <a:schemeClr val="accent3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va</a:t>
            </a:r>
            <a:r>
              <a:rPr lang="en-US" sz="3200" b="0" cap="none" spc="0" dirty="0">
                <a:ln w="0"/>
                <a:solidFill>
                  <a:schemeClr val="accent3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3200" b="0" cap="none" spc="0" dirty="0" err="1">
                <a:ln w="0"/>
                <a:solidFill>
                  <a:schemeClr val="accent3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turli</a:t>
            </a:r>
            <a:r>
              <a:rPr lang="en-US" sz="3200" b="0" cap="none" spc="0" dirty="0">
                <a:ln w="0"/>
                <a:solidFill>
                  <a:schemeClr val="accent3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3200" b="0" cap="none" spc="0" dirty="0" err="1">
                <a:ln w="0"/>
                <a:solidFill>
                  <a:schemeClr val="accent3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verifikatsiya</a:t>
            </a:r>
            <a:r>
              <a:rPr lang="en-US" sz="3200" b="0" cap="none" spc="0" dirty="0">
                <a:ln w="0"/>
                <a:solidFill>
                  <a:schemeClr val="accent3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3200" b="0" cap="none" spc="0" dirty="0" err="1">
                <a:ln w="0"/>
                <a:solidFill>
                  <a:schemeClr val="accent3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usullarini</a:t>
            </a:r>
            <a:r>
              <a:rPr lang="en-US" sz="3200" b="0" cap="none" spc="0" dirty="0">
                <a:ln w="0"/>
                <a:solidFill>
                  <a:schemeClr val="accent3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3200" b="0" cap="none" spc="0" dirty="0" err="1">
                <a:ln w="0"/>
                <a:solidFill>
                  <a:schemeClr val="accent3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tahlil</a:t>
            </a:r>
            <a:r>
              <a:rPr lang="en-US" sz="3200" b="0" cap="none" spc="0" dirty="0">
                <a:ln w="0"/>
                <a:solidFill>
                  <a:schemeClr val="accent3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3200" b="0" cap="none" spc="0" dirty="0" err="1">
                <a:ln w="0"/>
                <a:solidFill>
                  <a:schemeClr val="accent3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qilish</a:t>
            </a:r>
            <a:r>
              <a:rPr lang="en-US" sz="3200" b="0" cap="none" spc="0" dirty="0">
                <a:ln w="0"/>
                <a:solidFill>
                  <a:schemeClr val="accent3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.</a:t>
            </a:r>
          </a:p>
          <a:p>
            <a:pPr marL="742950" indent="-742950" algn="just">
              <a:buFont typeface="+mj-lt"/>
              <a:buAutoNum type="arabicParenR" startAt="10"/>
            </a:pPr>
            <a:r>
              <a:rPr lang="en-US" sz="3200" dirty="0" err="1">
                <a:ln w="0"/>
                <a:solidFill>
                  <a:schemeClr val="accent3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Validatsiya</a:t>
            </a:r>
            <a:r>
              <a:rPr lang="en-US" sz="3200" dirty="0">
                <a:ln w="0"/>
                <a:solidFill>
                  <a:schemeClr val="accent3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3200" dirty="0" err="1">
                <a:ln w="0"/>
                <a:solidFill>
                  <a:schemeClr val="accent3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va</a:t>
            </a:r>
            <a:r>
              <a:rPr lang="en-US" sz="3200" dirty="0">
                <a:ln w="0"/>
                <a:solidFill>
                  <a:schemeClr val="accent3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3200" dirty="0" err="1">
                <a:ln w="0"/>
                <a:solidFill>
                  <a:schemeClr val="accent3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verifikatsiya</a:t>
            </a:r>
            <a:r>
              <a:rPr lang="en-US" sz="3200" dirty="0">
                <a:ln w="0"/>
                <a:solidFill>
                  <a:schemeClr val="accent3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3200" dirty="0" err="1">
                <a:ln w="0"/>
                <a:solidFill>
                  <a:schemeClr val="accent3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zaruratini</a:t>
            </a:r>
            <a:r>
              <a:rPr lang="en-US" sz="3200" dirty="0">
                <a:ln w="0"/>
                <a:solidFill>
                  <a:schemeClr val="accent3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3200" dirty="0" err="1">
                <a:ln w="0"/>
                <a:solidFill>
                  <a:schemeClr val="accent3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izohlash</a:t>
            </a:r>
            <a:r>
              <a:rPr lang="en-US" sz="3200" dirty="0">
                <a:ln w="0"/>
                <a:solidFill>
                  <a:schemeClr val="accent3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.</a:t>
            </a:r>
          </a:p>
          <a:p>
            <a:pPr marL="742950" indent="-742950" algn="just">
              <a:buFont typeface="+mj-lt"/>
              <a:buAutoNum type="arabicParenR" startAt="10"/>
            </a:pPr>
            <a:r>
              <a:rPr lang="en-US" sz="3200" b="0" cap="none" spc="0" dirty="0" err="1">
                <a:ln w="0"/>
                <a:solidFill>
                  <a:schemeClr val="accent3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Xatolarni</a:t>
            </a:r>
            <a:r>
              <a:rPr lang="en-US" sz="3200" b="0" cap="none" spc="0" dirty="0">
                <a:ln w="0"/>
                <a:solidFill>
                  <a:schemeClr val="accent3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3200" b="0" cap="none" spc="0" dirty="0" err="1">
                <a:ln w="0"/>
                <a:solidFill>
                  <a:schemeClr val="accent3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tuzatish</a:t>
            </a:r>
            <a:endParaRPr lang="ru-RU" sz="3200" b="0" cap="none" spc="0" dirty="0">
              <a:ln w="0"/>
              <a:solidFill>
                <a:schemeClr val="accent3">
                  <a:lumMod val="40000"/>
                  <a:lumOff val="6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654959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/>
      <p:bldP spid="7" grpId="1"/>
      <p:bldP spid="8" grpId="0" animBg="1"/>
      <p:bldP spid="8" grpId="1" animBg="1"/>
      <p:bldP spid="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47419BA-6849-45F0-B2DD-63CE0294C86D}"/>
              </a:ext>
            </a:extLst>
          </p:cNvPr>
          <p:cNvSpPr txBox="1"/>
          <p:nvPr/>
        </p:nvSpPr>
        <p:spPr>
          <a:xfrm>
            <a:off x="71974" y="1111049"/>
            <a:ext cx="11846474" cy="4278094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>
                <a:solidFill>
                  <a:schemeClr val="bg1"/>
                </a:solidFill>
              </a:rPr>
              <a:t>Aziz </a:t>
            </a:r>
            <a:r>
              <a:rPr lang="en-US" sz="9600" b="1" dirty="0" err="1">
                <a:solidFill>
                  <a:schemeClr val="bg1"/>
                </a:solidFill>
              </a:rPr>
              <a:t>o`quvchim</a:t>
            </a:r>
            <a:r>
              <a:rPr lang="en-US" sz="9600" b="1" dirty="0">
                <a:solidFill>
                  <a:schemeClr val="bg1"/>
                </a:solidFill>
              </a:rPr>
              <a:t>…!!!</a:t>
            </a:r>
          </a:p>
          <a:p>
            <a:pPr algn="ctr"/>
            <a:r>
              <a:rPr lang="en-US" sz="8800" dirty="0" err="1">
                <a:solidFill>
                  <a:srgbClr val="FF0000"/>
                </a:solidFill>
              </a:rPr>
              <a:t>Diqqat</a:t>
            </a:r>
            <a:r>
              <a:rPr lang="en-US" sz="8800" dirty="0">
                <a:solidFill>
                  <a:srgbClr val="FF0000"/>
                </a:solidFill>
              </a:rPr>
              <a:t> </a:t>
            </a:r>
            <a:r>
              <a:rPr lang="en-US" sz="8800" dirty="0" err="1">
                <a:solidFill>
                  <a:srgbClr val="FF0000"/>
                </a:solidFill>
              </a:rPr>
              <a:t>va</a:t>
            </a:r>
            <a:r>
              <a:rPr lang="en-US" sz="8800" dirty="0">
                <a:solidFill>
                  <a:srgbClr val="FF0000"/>
                </a:solidFill>
              </a:rPr>
              <a:t> </a:t>
            </a:r>
            <a:r>
              <a:rPr lang="en-US" sz="8800" dirty="0" err="1">
                <a:solidFill>
                  <a:srgbClr val="FF0000"/>
                </a:solidFill>
              </a:rPr>
              <a:t>e`tiboringiz</a:t>
            </a:r>
            <a:r>
              <a:rPr lang="en-US" sz="8800" dirty="0">
                <a:solidFill>
                  <a:srgbClr val="FF0000"/>
                </a:solidFill>
              </a:rPr>
              <a:t> </a:t>
            </a:r>
            <a:r>
              <a:rPr lang="en-US" sz="8800" dirty="0" err="1">
                <a:solidFill>
                  <a:srgbClr val="FF0000"/>
                </a:solidFill>
              </a:rPr>
              <a:t>uchun</a:t>
            </a:r>
            <a:r>
              <a:rPr lang="en-US" sz="8800" dirty="0">
                <a:solidFill>
                  <a:srgbClr val="FF0000"/>
                </a:solidFill>
              </a:rPr>
              <a:t> </a:t>
            </a:r>
            <a:r>
              <a:rPr lang="en-US" sz="8800" dirty="0" err="1">
                <a:solidFill>
                  <a:srgbClr val="FF0000"/>
                </a:solidFill>
              </a:rPr>
              <a:t>tashakkur</a:t>
            </a:r>
            <a:r>
              <a:rPr lang="en-US" sz="8800" dirty="0">
                <a:solidFill>
                  <a:srgbClr val="FF0000"/>
                </a:solidFill>
              </a:rPr>
              <a:t>…!!!</a:t>
            </a:r>
          </a:p>
        </p:txBody>
      </p:sp>
    </p:spTree>
    <p:extLst>
      <p:ext uri="{BB962C8B-B14F-4D97-AF65-F5344CB8AC3E}">
        <p14:creationId xmlns:p14="http://schemas.microsoft.com/office/powerpoint/2010/main" val="279170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211</TotalTime>
  <Words>218</Words>
  <Application>Microsoft Office PowerPoint</Application>
  <PresentationFormat>Широкоэкранный</PresentationFormat>
  <Paragraphs>26</Paragraphs>
  <Slides>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8" baseType="lpstr">
      <vt:lpstr>Agency FB</vt:lpstr>
      <vt:lpstr>Arial</vt:lpstr>
      <vt:lpstr>Trebuchet MS</vt:lpstr>
      <vt:lpstr>Wingdings 3</vt:lpstr>
      <vt:lpstr>Аспект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Ikrom Rayxonovich</dc:creator>
  <cp:lastModifiedBy>Ikrom Rayxonovich</cp:lastModifiedBy>
  <cp:revision>20</cp:revision>
  <dcterms:created xsi:type="dcterms:W3CDTF">2026-08-25T11:17:18Z</dcterms:created>
  <dcterms:modified xsi:type="dcterms:W3CDTF">2026-09-01T05:00:39Z</dcterms:modified>
</cp:coreProperties>
</file>