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DA6226-C9F4-4110-BD18-EAB97BA721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EBDCCBE-9D6D-4C0A-969E-71D0D2D79C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658971-7BDB-4CCA-AE89-FB3EDC24B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DC4C-C829-4A41-B920-DDFB69D9FCA2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7A2681-D925-41B7-9AE1-FA79D3DD4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943AD6-0EF0-4FA2-ACBA-841A3BEF0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6955-28A4-4188-B248-4521E758D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589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B7FD82-3287-44CE-BA88-B113EDD42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C3784B-CF0B-47F7-B0ED-E4DDF2176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68B3D2-81D1-4D32-8DEF-DA566C8DF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DC4C-C829-4A41-B920-DDFB69D9FCA2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47AC69-F1B0-44D2-95F3-681AFF8CB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6AB343-F0E9-4010-B8D5-4170AEA8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6955-28A4-4188-B248-4521E758D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989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2F6E71-65BF-404D-AA75-5D3E9504E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A73676-9F0D-487D-8889-275A73C06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91F8AC-066B-4B0E-902F-D305F4C69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DC4C-C829-4A41-B920-DDFB69D9FCA2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983EDE-B90B-4590-A0BD-8F77B2B3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CE1098-E35E-4C41-935F-CD7E4822F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6955-28A4-4188-B248-4521E758D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651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2E79D2-CEDA-40A9-BB4C-D2361B47E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5F503A-4CF9-4ACB-A04E-2B695A36E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542D3FF-76FF-496A-A548-571A9BAF7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1672B87-6293-48FD-A94A-767C98B5F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DC4C-C829-4A41-B920-DDFB69D9FCA2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7BAD0BE-0A41-4594-B69A-485509420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3F7E96-3086-4F34-8861-5BD720796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6955-28A4-4188-B248-4521E758D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118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B4AA98-64E9-459A-8C94-53D9BEF7A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B77A67-544D-4E40-B82D-1B2D4F8BA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38045E9-7846-4331-84F4-A45271D9C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0BCCDC5-AEAD-4727-9D05-A3E0743FEF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387BB4C-0861-4ABB-A564-F170D87CCB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DF4B5A2-D657-4322-A3B6-C7C1662F0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DC4C-C829-4A41-B920-DDFB69D9FCA2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875B3D7-1CB9-41D8-914F-F36C646A4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428708B-FAA5-4DA3-B204-E2924C1C0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6955-28A4-4188-B248-4521E758D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71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641375-EE50-4E64-9BF8-F35E1C3B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486BD5E-19AD-42CF-AE4B-26C745880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DC4C-C829-4A41-B920-DDFB69D9FCA2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5D94D78-629F-4202-BBE1-74BE771BE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A07CC3-3C85-4364-858D-1A4955E64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6955-28A4-4188-B248-4521E758D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805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D9E9820-7EB0-4E40-A7DF-70B7EC9AF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DC4C-C829-4A41-B920-DDFB69D9FCA2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2E4818A-39A3-4E78-BA8B-ECEB037C4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1173A2-05CC-48EB-9600-961C0A407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6955-28A4-4188-B248-4521E758D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374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F79627-F631-4AC8-8815-59F735D07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6D0A19-820F-4898-9A90-F1016DA38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BC73BEA-0495-40AE-8FFB-9CDC3C149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0E8A1C2-75FC-4BCF-8AD0-913210D80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DC4C-C829-4A41-B920-DDFB69D9FCA2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C351D5-DFBE-4786-BC55-80C1E5A97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CEBC32-1723-40F3-954A-6451CE435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6955-28A4-4188-B248-4521E758D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418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57732-6223-4B3F-9BC4-3F829282F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B0481B-5B24-4D56-B1CD-FEC3A6AECE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62A1940-7F2F-40A9-BDFF-1EA2A517E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D54787-3896-4A47-8342-87C39BB1E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DC4C-C829-4A41-B920-DDFB69D9FCA2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B42EDD8-1F30-4DF3-92AB-6CE7B11E9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731C40C-B9D8-43D1-B21B-3B2733B7D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6955-28A4-4188-B248-4521E758D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64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A3404C-A9E4-43F1-BD1E-F72C19F20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45C33FA-75DD-4E83-93FC-5486A9449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629003-D81B-4B54-940D-C62917BF8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DC4C-C829-4A41-B920-DDFB69D9FCA2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0FABAA-FEB0-499B-A40D-D61A950C2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EFC981-F553-4C93-8FA5-B575D3C32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6955-28A4-4188-B248-4521E758D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424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C9B2615-2BDE-4A3A-AC7E-8A9DB10F44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3593832-2070-4659-9881-EF5B2689B2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AF7532-6170-4117-8330-268A5F283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DC4C-C829-4A41-B920-DDFB69D9FCA2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966348-8769-4EBD-BC1B-73B950E19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84918C-E221-4626-8101-91360DF18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6955-28A4-4188-B248-4521E758D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428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FAE45D-FD0C-490D-AAFF-B76A5AA73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FAD7B4-70E0-4BB8-B424-9DAD1E32D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12AF1B-31DA-40BA-B595-6E92B993DC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0EDC4C-C829-4A41-B920-DDFB69D9FCA2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6B90FA-1EC6-4DB2-BD33-E45404522E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FFB1A4-633C-406F-B7AF-634A7C096E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86955-28A4-4188-B248-4521E758D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833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C0B1F7C-A653-45F7-B826-46B94639B465}"/>
              </a:ext>
            </a:extLst>
          </p:cNvPr>
          <p:cNvSpPr/>
          <p:nvPr/>
        </p:nvSpPr>
        <p:spPr>
          <a:xfrm>
            <a:off x="2014798" y="208636"/>
            <a:ext cx="7356501" cy="258532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Aziz </a:t>
            </a:r>
            <a:r>
              <a:rPr lang="en-US" sz="5400" b="1" cap="none" spc="0" dirty="0" err="1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o`quvchim</a:t>
            </a:r>
            <a:r>
              <a:rPr lang="en-US" sz="5400" b="1" cap="none" spc="0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…!!!</a:t>
            </a:r>
          </a:p>
          <a:p>
            <a:pPr algn="ctr"/>
            <a:r>
              <a:rPr lang="en-US" sz="5400" b="1" dirty="0" err="1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Darsni</a:t>
            </a:r>
            <a:r>
              <a:rPr lang="en-US" sz="5400" b="1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5400" b="1" dirty="0" err="1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boshlashdan</a:t>
            </a:r>
            <a:r>
              <a:rPr lang="en-US" sz="5400" b="1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5400" b="1" dirty="0" err="1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avval</a:t>
            </a:r>
            <a:endParaRPr lang="en-US" sz="5400" b="1" dirty="0">
              <a:ln/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</a:endParaRPr>
          </a:p>
          <a:p>
            <a:pPr algn="ctr"/>
            <a:r>
              <a:rPr lang="en-US" sz="5400" b="1" cap="none" spc="0" dirty="0" err="1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Quyidagilarni</a:t>
            </a:r>
            <a:r>
              <a:rPr lang="en-US" sz="5400" b="1" cap="none" spc="0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5400" b="1" cap="none" spc="0" dirty="0" err="1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bilishingiz</a:t>
            </a:r>
            <a:r>
              <a:rPr lang="en-US" sz="5400" b="1" cap="none" spc="0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5400" b="1" cap="none" spc="0" dirty="0" err="1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kerak</a:t>
            </a:r>
            <a:r>
              <a:rPr lang="en-US" sz="5400" b="1" cap="none" spc="0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:</a:t>
            </a:r>
            <a:endParaRPr lang="ru-RU" sz="5400" b="1" cap="none" spc="0" dirty="0">
              <a:ln/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A6FA884-C801-4005-A6F5-2E077B8BD38A}"/>
              </a:ext>
            </a:extLst>
          </p:cNvPr>
          <p:cNvSpPr/>
          <p:nvPr/>
        </p:nvSpPr>
        <p:spPr>
          <a:xfrm>
            <a:off x="433953" y="2967335"/>
            <a:ext cx="11406752" cy="25545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indent="231775" algn="just">
              <a:buFont typeface="+mj-lt"/>
              <a:buAutoNum type="arabicParenR"/>
            </a:pPr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Scratch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dasturlash</a:t>
            </a:r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tili</a:t>
            </a:r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yordamida</a:t>
            </a:r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oddiy</a:t>
            </a:r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dasturlarni</a:t>
            </a:r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,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jumladan,ketma-ketliklar,takrorlash</a:t>
            </a:r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va</a:t>
            </a:r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protseduralarni</a:t>
            </a:r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yaratish</a:t>
            </a:r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;</a:t>
            </a:r>
          </a:p>
          <a:p>
            <a:pPr indent="231775" algn="just">
              <a:buFont typeface="+mj-lt"/>
              <a:buAutoNum type="arabicParenR"/>
            </a:pPr>
            <a:r>
              <a:rPr lang="en-US" sz="4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Dasturni</a:t>
            </a:r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tekshirish</a:t>
            </a:r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va</a:t>
            </a:r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kamchiliklarni</a:t>
            </a:r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to`g`rilash</a:t>
            </a:r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;</a:t>
            </a:r>
          </a:p>
          <a:p>
            <a:pPr indent="231775" algn="just">
              <a:buFont typeface="+mj-lt"/>
              <a:buAutoNum type="arabicParenR"/>
            </a:pPr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Blok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sxemalardan</a:t>
            </a:r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foydalanish</a:t>
            </a:r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va</a:t>
            </a:r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ularni</a:t>
            </a:r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yaratish</a:t>
            </a:r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.</a:t>
            </a:r>
            <a:endParaRPr lang="ru-RU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08387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45</Words>
  <Application>Microsoft Office PowerPoint</Application>
  <PresentationFormat>Широкоэкранный</PresentationFormat>
  <Paragraphs>6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Agency FB</vt:lpstr>
      <vt:lpstr>Arial</vt:lpstr>
      <vt:lpstr>Calibri</vt:lpstr>
      <vt:lpstr>Calibri Light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Ikrom Rayxonovich</dc:creator>
  <cp:lastModifiedBy>Ikrom Rayxonovich</cp:lastModifiedBy>
  <cp:revision>2</cp:revision>
  <dcterms:created xsi:type="dcterms:W3CDTF">2026-08-25T13:57:40Z</dcterms:created>
  <dcterms:modified xsi:type="dcterms:W3CDTF">2026-08-25T14:14:50Z</dcterms:modified>
</cp:coreProperties>
</file>