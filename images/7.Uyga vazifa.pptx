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9144" y="4882896"/>
            <a:ext cx="4050792" cy="1197864"/>
          </a:xfrm>
          <a:noFill/>
        </p:spPr>
        <p:txBody>
          <a:bodyPr wrap="square" rtlCol="0">
            <a:spAutoFit/>
          </a:bodyPr>
          <a:lstStyle>
            <a:lvl1pPr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2786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5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67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7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73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00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30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65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97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447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1220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3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797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994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52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2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1361720C-332E-49B0-8D53-C436352E9BA0}" type="datetimeFigureOut">
              <a:rPr lang="en-US" smtClean="0"/>
              <a:t>27-Aug-26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>
              <a:lumMod val="60000"/>
              <a:lumOff val="4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B09C15C-D651-44E0-9162-C2242F40E215}"/>
              </a:ext>
            </a:extLst>
          </p:cNvPr>
          <p:cNvSpPr/>
          <p:nvPr/>
        </p:nvSpPr>
        <p:spPr>
          <a:xfrm>
            <a:off x="2862326" y="368737"/>
            <a:ext cx="5956210" cy="156966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0" cap="none" spc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Uyga</a:t>
            </a:r>
            <a:r>
              <a:rPr lang="en-US" sz="9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US" sz="9600" b="0" cap="none" spc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Vazifa</a:t>
            </a:r>
            <a:endParaRPr lang="ru-RU" sz="96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495B2EC-2A31-4C90-9FED-616C663677EC}"/>
              </a:ext>
            </a:extLst>
          </p:cNvPr>
          <p:cNvSpPr/>
          <p:nvPr/>
        </p:nvSpPr>
        <p:spPr>
          <a:xfrm>
            <a:off x="3178676" y="1982716"/>
            <a:ext cx="5323509" cy="923330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Aziz   </a:t>
            </a:r>
            <a:r>
              <a:rPr lang="en-US" sz="540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o</a:t>
            </a:r>
            <a:r>
              <a:rPr lang="en-US" sz="5400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`quvchim</a:t>
            </a:r>
            <a:r>
              <a:rPr lang="en-US" sz="5400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.!!!</a:t>
            </a:r>
            <a:endParaRPr lang="ru-RU" sz="5400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881E37D-CA8D-4720-9B5E-49A1F635AE60}"/>
              </a:ext>
            </a:extLst>
          </p:cNvPr>
          <p:cNvSpPr/>
          <p:nvPr/>
        </p:nvSpPr>
        <p:spPr>
          <a:xfrm>
            <a:off x="0" y="2782921"/>
            <a:ext cx="11189776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Darslik-kitobingizni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6-9-sahifalarida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berilgan</a:t>
            </a:r>
            <a:endParaRPr lang="en-US" sz="4000" b="0" cap="none" spc="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0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4000" dirty="0" err="1">
                <a:ln w="0"/>
                <a:latin typeface="Arial" panose="020B0604020202020204" pitchFamily="34" charset="0"/>
                <a:cs typeface="Arial" panose="020B0604020202020204" pitchFamily="34" charset="0"/>
              </a:rPr>
              <a:t>Dasturlashning</a:t>
            </a:r>
            <a:r>
              <a:rPr lang="en-US" sz="40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n w="0"/>
                <a:latin typeface="Arial" panose="020B0604020202020204" pitchFamily="34" charset="0"/>
                <a:cs typeface="Arial" panose="020B0604020202020204" pitchFamily="34" charset="0"/>
              </a:rPr>
              <a:t>asosiy</a:t>
            </a:r>
            <a:r>
              <a:rPr lang="en-US" sz="40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n w="0"/>
                <a:latin typeface="Arial" panose="020B0604020202020204" pitchFamily="34" charset="0"/>
                <a:cs typeface="Arial" panose="020B0604020202020204" pitchFamily="34" charset="0"/>
              </a:rPr>
              <a:t>tushunchalari</a:t>
            </a:r>
            <a:r>
              <a:rPr lang="en-US" sz="40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algn="ctr"/>
            <a:r>
              <a:rPr lang="en-US" sz="4000" dirty="0" err="1">
                <a:ln w="0"/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avzusini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undagi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so`zlarni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o`qib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o`rganing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qalbingizga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muhirlang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…!!!</a:t>
            </a:r>
            <a:endParaRPr lang="ru-RU" sz="4000" b="0" cap="none" spc="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957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ое мероприятие">
  <a:themeElements>
    <a:clrScheme name="Главное мероприятие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346492"/>
      </a:accent1>
      <a:accent2>
        <a:srgbClr val="6DA5D4"/>
      </a:accent2>
      <a:accent3>
        <a:srgbClr val="538C79"/>
      </a:accent3>
      <a:accent4>
        <a:srgbClr val="93B75D"/>
      </a:accent4>
      <a:accent5>
        <a:srgbClr val="DEB050"/>
      </a:accent5>
      <a:accent6>
        <a:srgbClr val="BB5354"/>
      </a:accent6>
      <a:hlink>
        <a:srgbClr val="3289DD"/>
      </a:hlink>
      <a:folHlink>
        <a:srgbClr val="859EB6"/>
      </a:folHlink>
    </a:clrScheme>
    <a:fontScheme name="Главное мероприятие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ое мероприятие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E3530EC-BA5B-407C-9B36-00820F3955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Главное мероприятие</Template>
  <TotalTime>25</TotalTime>
  <Words>32</Words>
  <Application>Microsoft Office PowerPoint</Application>
  <PresentationFormat>Широкоэкранный</PresentationFormat>
  <Paragraphs>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Impact</vt:lpstr>
      <vt:lpstr>Главное мероприятие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Ikrom Rayxonovich</dc:creator>
  <cp:lastModifiedBy>Ikrom Rayxonovich</cp:lastModifiedBy>
  <cp:revision>4</cp:revision>
  <dcterms:created xsi:type="dcterms:W3CDTF">2026-08-24T20:10:27Z</dcterms:created>
  <dcterms:modified xsi:type="dcterms:W3CDTF">2026-08-27T12:39:31Z</dcterms:modified>
</cp:coreProperties>
</file>